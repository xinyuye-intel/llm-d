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A1A1A"/>
                </a:solidFill>
              </a:rPr>
              <a:t>Tiered Prefix-Cache KV-Offloading on 32x Intel Arc Pro B60 - Baseline vs CPU vs FS</a:t>
            </a:r>
          </a:p>
          <a:p>
            <a:r>
              <a:rPr sz="1100">
                <a:solidFill>
                  <a:srgbClr val="606060"/>
                </a:solidFill>
              </a:rPr>
              <a:t>vLLM v0.26.0 - shared-prefix workload, Poisson load ladder - cluster-aggregate throughput / per-request latency</a:t>
            </a:r>
          </a:p>
        </p:txBody>
      </p:sp>
      <p:pic>
        <p:nvPicPr>
          <p:cNvPr id="3" name="Picture 2" descr="benchmark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001000" cy="3670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960120"/>
            <a:ext cx="36118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0F0F"/>
                </a:solidFill>
              </a:rPr>
              <a:t>Key findings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3A6B"/>
                </a:solidFill>
              </a:rPr>
              <a:t>Qwen3-30B-A3B - FS wins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- FS best across the full 2-32 ladder; +30% tok/s and -57% TTFT vs baseline at 32 QPS, ~85% tier-hit.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3A6B"/>
                </a:solidFill>
              </a:rPr>
              <a:t>Qwen3-32B - FS wins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- FS best across the full 2-32 ladder; +50% tok/s and -46% TTFT vs baseline at 32 QPS, ~87% tier-hit.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3A6B"/>
                </a:solidFill>
              </a:rPr>
              <a:t>Llama-3 70B - load-dependent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- Baseline best at light load (&lt;=2 QPS): offload round-trip not yet amortized.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- FS wins from ~4 QPS up; +29% tok/s and -42% TTFT vs baseline at 6 QPS, ~68% tier-hit.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153A6B"/>
                </a:solidFill>
              </a:rPr>
              <a:t>Bottom line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186018"/>
                </a:solidFill>
              </a:rPr>
              <a:t>- Native FS offload is the recommended tier for sustained load on all three models.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222222"/>
                </a:solidFill>
              </a:rPr>
              <a:t>- Benefit scales with offered load and prefix-reuse working set; PCIe-bound (no Xe-Link), so it pays off once recompute pressure exceeds transfer cost.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